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617e413b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617e413b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17e413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17e413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617e413b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617e413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17e413b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17e413b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17e413b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617e413b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17e413b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617e413b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617e413b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617e413b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617e413b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617e413b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Expense</a:t>
            </a:r>
            <a:r>
              <a:rPr lang="en"/>
              <a:t> Tracker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Capgemini assignment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821250" y="3626725"/>
            <a:ext cx="150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Daniel Oh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line based </a:t>
            </a:r>
            <a:r>
              <a:rPr lang="en"/>
              <a:t>expense tracker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23500" y="1031775"/>
            <a:ext cx="83619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Required: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Adding expense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Show total expense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Show total expense by category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Show expense trend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Show highest and lowest spending category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33350" y="3240325"/>
            <a:ext cx="8277300" cy="1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Approach: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Data kept in file (csv)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LocalDate for date handling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Covered monthly and </a:t>
            </a:r>
            <a:r>
              <a:rPr lang="en" sz="1800">
                <a:solidFill>
                  <a:schemeClr val="dk2"/>
                </a:solidFill>
              </a:rPr>
              <a:t>weekly</a:t>
            </a:r>
            <a:r>
              <a:rPr lang="en" sz="1800">
                <a:solidFill>
                  <a:schemeClr val="dk2"/>
                </a:solidFill>
              </a:rPr>
              <a:t> trends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9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7234200" cy="15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Expense.java: Data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ExpenseManager.java: calculations, analytics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ExpenseTracker.java: CLI (user interaction)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23237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Design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94450" y="3049150"/>
            <a:ext cx="7268700" cy="1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Separation between UI, logic, data model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Hashmaps for O(1) category lookups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Treemap for monthly and weekly trends (automatic sorting)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Input validation (amount &gt; 0, non-empty fields, date format)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Data storage in file (csv)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files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369600" y="1077975"/>
            <a:ext cx="84699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Expense.java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Stores category, amount, date, description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Category normalization (lowercase, trim)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LocalDate for date handling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08100" y="2309950"/>
            <a:ext cx="84315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ExpenseManager.java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Manages a list of expenses in memory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Totals, grouping, trends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Seed data with expenses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Input validation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08100" y="3749825"/>
            <a:ext cx="8431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ExpenseTracker.java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CLI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11 option menu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Output display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From command line: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Compile: javac src/*.java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Run: java -cp ExpenseTracker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Testing Process: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Select option 8 to load sample expenses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Click on options to test the </a:t>
            </a:r>
            <a:r>
              <a:rPr lang="en"/>
              <a:t>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 add custom expenses with option 1 to test 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and testing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data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600" y="939150"/>
            <a:ext cx="3406403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4527500" y="962475"/>
            <a:ext cx="43047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Includes: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Multiple months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Different weeks of a month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Multiple categories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00" y="908325"/>
            <a:ext cx="2142150" cy="23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525" y="3356875"/>
            <a:ext cx="20193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800" y="908325"/>
            <a:ext cx="2926830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1350" y="860648"/>
            <a:ext cx="3153375" cy="9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1355" y="1849948"/>
            <a:ext cx="3230328" cy="3025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pt.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19087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8675" y="746625"/>
            <a:ext cx="31813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285750"/>
            <a:ext cx="21907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2400" y="3319675"/>
            <a:ext cx="2162175" cy="1554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5800" y="3210425"/>
            <a:ext cx="3253800" cy="9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pt. 3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40995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900" y="1070025"/>
            <a:ext cx="328211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5890375" y="608025"/>
            <a:ext cx="16017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expenses.csv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